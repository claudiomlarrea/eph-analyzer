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42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-observatorio-ia-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"/>
            <a:ext cx="822960" cy="822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164592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UNIVERSIDAD CATÓLICA DE CUYO · Observatorio de IA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1° Jornadas internas de Inteligencia Artificial 2026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Encuentro virtual · 6 de octubre de 2026 · 15:00 h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6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28816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Observatorio de IA · UCCuyo  ·  Diapositiva 1/6  ·  https://claudiomlarrea.github.io/observatorio-ia/#jornadas-ia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042F23"/>
                </a:solidFill>
                <a:latin typeface="Calibri"/>
              </a:rPr>
              <a:t>1. Portada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20240"/>
            <a:ext cx="11064240" cy="4206240"/>
          </a:xfrm>
          <a:prstGeom prst="roundRect">
            <a:avLst/>
          </a:prstGeom>
          <a:solidFill>
            <a:srgbClr val="F4F8F6"/>
          </a:solidFill>
          <a:ln w="15875">
            <a:solidFill>
              <a:srgbClr val="064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800"/>
              </a:spcAft>
            </a:pPr>
            <a:r>
              <a:t>GEMEPH: gemelo digital sociodemográfico de la EPH-INDEC para simular exclusión digital, vulnerabilidad y brechas territoriales en Argentina</a:t>
            </a:r>
          </a:p>
          <a:p/>
          <a:p>
            <a:r>
              <a:t>Autores: C. Larrea Arnau¹, J. La Malfa², J. Coria¹, S. Young¹</a:t>
            </a:r>
          </a:p>
          <a:p>
            <a:r>
              <a:t>Observatorio de Inteligencia Artificial — Universidad Católica de Cuyo</a:t>
            </a:r>
          </a:p>
          <a:p>
            <a:r>
              <a:t>observatorioia@uccuyo.edu.ar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42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-observatorio-ia-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"/>
            <a:ext cx="822960" cy="822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164592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UNIVERSIDAD CATÓLICA DE CUYO · Observatorio de IA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1° Jornadas internas de Inteligencia Artificial 2026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Encuentro virtual · 6 de octubre de 2026 · 15:00 h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6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28816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Observatorio de IA · UCCuyo  ·  Diapositiva 2/6  ·  https://claudiomlarrea.github.io/observatorio-ia/#jornadas-ia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042F23"/>
                </a:solidFill>
                <a:latin typeface="Calibri"/>
              </a:rPr>
              <a:t>2. Objetivo / contexto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20240"/>
            <a:ext cx="11064240" cy="4206240"/>
          </a:xfrm>
          <a:prstGeom prst="roundRect">
            <a:avLst/>
          </a:prstGeom>
          <a:solidFill>
            <a:srgbClr val="F4F8F6"/>
          </a:solidFill>
          <a:ln w="15875">
            <a:solidFill>
              <a:srgbClr val="064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800"/>
              </a:spcAft>
            </a:pPr>
            <a:r>
              <a:t>¿Qué problema aborda GEMEPH?</a:t>
            </a:r>
          </a:p>
          <a:p>
            <a:r>
              <a:t>• Construir un gemelo digital sociodemográfico sobre microdatos oficiales EPH-INDEC</a:t>
            </a:r>
          </a:p>
          <a:p>
            <a:r>
              <a:t>• Simular escenarios what-if de conectividad, educación y formalidad laboral</a:t>
            </a:r>
          </a:p>
          <a:p>
            <a:r>
              <a:t>• Comparar exclusión digital, vulnerabilidad y brechas entre 31 aglomerados urbanos</a:t>
            </a:r>
          </a:p>
          <a:p>
            <a:r>
              <a:t>• Aportar evidencia reproducible para investigación y decisión en la UCCuyo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42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-observatorio-ia-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"/>
            <a:ext cx="822960" cy="822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164592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UNIVERSIDAD CATÓLICA DE CUYO · Observatorio de IA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1° Jornadas internas de Inteligencia Artificial 2026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Encuentro virtual · 6 de octubre de 2026 · 15:00 h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6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28816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Observatorio de IA · UCCuyo  ·  Diapositiva 3/6  ·  https://claudiomlarrea.github.io/observatorio-ia/#jornadas-ia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042F23"/>
                </a:solidFill>
                <a:latin typeface="Calibri"/>
              </a:rPr>
              <a:t>3. Método o experiencia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20240"/>
            <a:ext cx="11064240" cy="4206240"/>
          </a:xfrm>
          <a:prstGeom prst="roundRect">
            <a:avLst/>
          </a:prstGeom>
          <a:solidFill>
            <a:srgbClr val="F4F8F6"/>
          </a:solidFill>
          <a:ln w="15875">
            <a:solidFill>
              <a:srgbClr val="064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800"/>
              </a:spcAft>
            </a:pPr>
            <a:r>
              <a:t>¿Cómo se hizo?</a:t>
            </a:r>
          </a:p>
          <a:p>
            <a:r>
              <a:t>• Panel EPH 2022–2024 (T4, módulo TIC): 114.280 registros; 31 aglomerados + nacional</a:t>
            </a:r>
          </a:p>
          <a:p>
            <a:r>
              <a:t>• Python, scikit-learn, Streamlit; indicadores ponderados (PONDERA)</a:t>
            </a:r>
          </a:p>
          <a:p>
            <a:r>
              <a:t>• Palancas: internet quintil I, educación superior, empleo formal</a:t>
            </a:r>
          </a:p>
          <a:p>
            <a:r>
              <a:t>• Tres escenarios ficticios (E1 conectividad; E2 educación; E3 paquete integrado)</a:t>
            </a:r>
          </a:p>
          <a:p>
            <a:r>
              <a:t>• Plataforma pública: eph-analyzer.streamlit.app/GEMEPH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42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-observatorio-ia-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"/>
            <a:ext cx="822960" cy="822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164592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UNIVERSIDAD CATÓLICA DE CUYO · Observatorio de IA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1° Jornadas internas de Inteligencia Artificial 2026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Encuentro virtual · 6 de octubre de 2026 · 15:00 h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6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28816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Observatorio de IA · UCCuyo  ·  Diapositiva 4/6  ·  https://claudiomlarrea.github.io/observatorio-ia/#jornadas-ia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042F23"/>
                </a:solidFill>
                <a:latin typeface="Calibri"/>
              </a:rPr>
              <a:t>4. Resultados / hallazgos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20240"/>
            <a:ext cx="11064240" cy="4206240"/>
          </a:xfrm>
          <a:prstGeom prst="roundRect">
            <a:avLst/>
          </a:prstGeom>
          <a:solidFill>
            <a:srgbClr val="F4F8F6"/>
          </a:solidFill>
          <a:ln w="15875">
            <a:solidFill>
              <a:srgbClr val="064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800"/>
              </a:spcAft>
            </a:pPr>
            <a:r>
              <a:t>¿Qué se obtuvo?</a:t>
            </a:r>
          </a:p>
          <a:p>
            <a:r>
              <a:t>• Baseline: exclusión digital 0,6205; 53,96% exclusión alta; movilidad proxy 0,4774</a:t>
            </a:r>
          </a:p>
          <a:p>
            <a:r>
              <a:t>• Brecha territorial: mayor exclusión en Ushuaia–Río Grande; menor en Gran Córdoba</a:t>
            </a:r>
          </a:p>
          <a:p>
            <a:r>
              <a:t>• E1: efecto marginal de conectividad (cobertura quintil bajo ya en 94,3%)</a:t>
            </a:r>
          </a:p>
          <a:p>
            <a:r>
              <a:t>• E2: educación al 40% eleva movilidad proxy +0,0409</a:t>
            </a:r>
          </a:p>
          <a:p>
            <a:r>
              <a:t>• E3: paquete integrado reduce exclusión predicha 6,08% → 5,84%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42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-observatorio-ia-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"/>
            <a:ext cx="822960" cy="822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164592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UNIVERSIDAD CATÓLICA DE CUYO · Observatorio de IA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1° Jornadas internas de Inteligencia Artificial 2026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Encuentro virtual · 6 de octubre de 2026 · 15:00 h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6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28816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Observatorio de IA · UCCuyo  ·  Diapositiva 5/6  ·  https://claudiomlarrea.github.io/observatorio-ia/#jornadas-ia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042F23"/>
                </a:solidFill>
                <a:latin typeface="Calibri"/>
              </a:rPr>
              <a:t>5. Conclusiones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20240"/>
            <a:ext cx="11064240" cy="4206240"/>
          </a:xfrm>
          <a:prstGeom prst="roundRect">
            <a:avLst/>
          </a:prstGeom>
          <a:solidFill>
            <a:srgbClr val="F4F8F6"/>
          </a:solidFill>
          <a:ln w="15875">
            <a:solidFill>
              <a:srgbClr val="064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800"/>
              </a:spcAft>
            </a:pPr>
            <a:r>
              <a:t>Mensajes clave</a:t>
            </a:r>
          </a:p>
          <a:p>
            <a:r>
              <a:t>• El gemelo no reemplaza al INDEC: simula sobre el dato oficial con trazabilidad</a:t>
            </a:r>
          </a:p>
          <a:p>
            <a:r>
              <a:t>• Una sola palanca digital aporta retornos decrecientes; educación y paquetes integrados mueven más indicadores de oportunidad</a:t>
            </a:r>
          </a:p>
          <a:p>
            <a:r>
              <a:t>• Infraestructura abierta del Observatorio de IA para docencia, investigación y actualización con cada onda EPH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42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-observatorio-ia-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"/>
            <a:ext cx="822960" cy="822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164592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UNIVERSIDAD CATÓLICA DE CUYO · Observatorio de IA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1° Jornadas internas de Inteligencia Artificial 2026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Encuentro virtual · 6 de octubre de 2026 · 15:00 h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6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28816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Observatorio de IA · UCCuyo  ·  Diapositiva 6/6  ·  https://claudiomlarrea.github.io/observatorio-ia/#jornadas-ia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042F23"/>
                </a:solidFill>
                <a:latin typeface="Calibri"/>
              </a:rPr>
              <a:t>6. Cierre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20240"/>
            <a:ext cx="11064240" cy="4206240"/>
          </a:xfrm>
          <a:prstGeom prst="roundRect">
            <a:avLst/>
          </a:prstGeom>
          <a:solidFill>
            <a:srgbClr val="F4F8F6"/>
          </a:solidFill>
          <a:ln w="15875">
            <a:solidFill>
              <a:srgbClr val="064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800"/>
              </a:spcAft>
            </a:pPr>
            <a:r>
              <a:t>Gracias</a:t>
            </a:r>
          </a:p>
          <a:p/>
          <a:p>
            <a:r>
              <a:t>Preguntas y comentarios</a:t>
            </a:r>
          </a:p>
          <a:p>
            <a:r>
              <a:t>observatorioia@uccuyo.edu.ar</a:t>
            </a:r>
          </a:p>
          <a:p/>
          <a:p>
            <a:r>
              <a:t>GEMEPH · eph-analyzer.streamlit.app/GEMEPH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