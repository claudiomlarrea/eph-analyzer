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1/6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1. Portada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t>GEMEPH: gemelo digital sociodemográfico de la EPH-INDEC para simular exclusión digital, vulnerabilidad y brechas territoriales en Argentina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t>Autores: C. Larrea Arnau¹, J. La Malfa², J. Coria¹, S. Young¹</a:t>
            </a:r>
          </a:p>
          <a:p>
            <a:pPr algn="l">
              <a:spcAft>
                <a:spcPts val="800"/>
              </a:spcAft>
            </a:pPr>
            <a:r>
              <a:t>Observatorio de Inteligencia Artificial — Universidad Católica de Cuyo</a:t>
            </a:r>
          </a:p>
          <a:p>
            <a:pPr algn="l">
              <a:spcAft>
                <a:spcPts val="800"/>
              </a:spcAft>
            </a:pPr>
            <a:r>
              <a:t>observatorioia@uccuyo.edu.ar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2/6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2. Objetivo / contexto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t>¿Qué problema o pregunta aborda el trabajo?</a:t>
            </a:r>
          </a:p>
          <a:p>
            <a:pPr algn="l">
              <a:spcAft>
                <a:spcPts val="800"/>
              </a:spcAft>
            </a:pPr>
            <a:r>
              <a:t>• Objetivo: construir y validar un gemelo digital sociodemográfico territorial sobre microdatos oficiales EPH-INDEC</a:t>
            </a:r>
          </a:p>
          <a:p>
            <a:pPr algn="l">
              <a:spcAft>
                <a:spcPts val="800"/>
              </a:spcAft>
            </a:pPr>
            <a:r>
              <a:t>• Contexto: la EPH describe la realidad observada, pero no simula escenarios what-if de conectividad, educación y formalidad laboral</a:t>
            </a:r>
          </a:p>
          <a:p>
            <a:pPr algn="l">
              <a:spcAft>
                <a:spcPts val="800"/>
              </a:spcAft>
            </a:pPr>
            <a:r>
              <a:t>• Institucional: proyecto del Observatorio de Inteligencia Artificial · UCCuyo</a:t>
            </a:r>
          </a:p>
          <a:p>
            <a:r>
              <a:t>• Pertinencia regional: comparar exclusión digital y vulnerabilidad en 31 aglomerados urbanos argentinos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3/6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3. Método o experiencia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t>¿Cómo se hizo?</a:t>
            </a:r>
          </a:p>
          <a:p>
            <a:pPr algn="l">
              <a:spcAft>
                <a:spcPts val="800"/>
              </a:spcAft>
            </a:pPr>
            <a:r>
              <a:t>• Diseño: investigación aplicada tecnológica; panel EPH 2022–2024 (T4, módulo TIC)</a:t>
            </a:r>
          </a:p>
          <a:p>
            <a:pPr algn="l">
              <a:spcAft>
                <a:spcPts val="800"/>
              </a:spcAft>
            </a:pPr>
            <a:r>
              <a:t>• Datos: 114.280 registros; indicadores ponderados (PONDERA); 31 aglomerados + nacional</a:t>
            </a:r>
          </a:p>
          <a:p>
            <a:pPr algn="l">
              <a:spcAft>
                <a:spcPts val="800"/>
              </a:spcAft>
            </a:pPr>
            <a:r>
              <a:t>• Herramientas: Python, pandas, scikit-learn, Streamlit, Plotly</a:t>
            </a:r>
          </a:p>
          <a:p>
            <a:r>
              <a:t>• Palancas de simulación: internet quintil I, educación superior, empleo formal</a:t>
            </a:r>
          </a:p>
          <a:p>
            <a:r>
              <a:t>• Escenarios ficticios E1 (conectividad), E2 (educación 40%), E3 (paquete integrado)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4/6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4. Resultados / hallazgos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t>¿Qué se obtuvo?</a:t>
            </a:r>
          </a:p>
          <a:p>
            <a:pPr algn="l">
              <a:spcAft>
                <a:spcPts val="800"/>
              </a:spcAft>
            </a:pPr>
            <a:r>
              <a:t>• Baseline nacional: exclusión digital 0,6205; 53,96% exclusión alta; movilidad proxy 0,4774; ocupación 58,62%</a:t>
            </a:r>
          </a:p>
          <a:p>
            <a:pPr algn="l">
              <a:spcAft>
                <a:spcPts val="800"/>
              </a:spcAft>
            </a:pPr>
            <a:r>
              <a:t>• Brecha territorial: mayor exclusión en Ushuaia–Río Grande (0,6298); menor en Gran Córdoba (0,5979)</a:t>
            </a:r>
          </a:p>
          <a:p>
            <a:pPr algn="l">
              <a:spcAft>
                <a:spcPts val="800"/>
              </a:spcAft>
            </a:pPr>
            <a:r>
              <a:t>• E1 conectividad inclusiva: efecto marginal (internet quintil bajo ya al 94,3%)</a:t>
            </a:r>
          </a:p>
          <a:p>
            <a:r>
              <a:t>• E2 educación superior al 40%: movilidad proxy +0,0409</a:t>
            </a:r>
          </a:p>
          <a:p>
            <a:r>
              <a:t>• E3 paquete integrado: exclusión predicha 6,08% → 5,84%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5/6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5. Conclusiones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t>Mensajes clave para llevarse</a:t>
            </a:r>
          </a:p>
          <a:p>
            <a:pPr algn="l">
              <a:spcAft>
                <a:spcPts val="800"/>
              </a:spcAft>
            </a:pPr>
            <a:r>
              <a:t>• GEMEPH no reemplaza al INDEC: simula sobre el dato oficial con trazabilidad</a:t>
            </a:r>
          </a:p>
          <a:p>
            <a:pPr algn="l">
              <a:spcAft>
                <a:spcPts val="800"/>
              </a:spcAft>
            </a:pPr>
            <a:r>
              <a:t>• La sola conectividad aporta retornos decrecientes; la educación y los paquetes integrados mueven más indicadores de oportunidad</a:t>
            </a:r>
          </a:p>
          <a:p>
            <a:pPr algn="l">
              <a:spcAft>
                <a:spcPts val="800"/>
              </a:spcAft>
            </a:pPr>
            <a:r>
              <a:t>• Plataforma pública del Observatorio de IA, actualizable con cada onda EPH</a:t>
            </a:r>
          </a:p>
          <a:p>
            <a:r>
              <a:t>• Próximos pasos: ampliar escenarios, publicaciones y convenios institucionales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6/6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6. Cierre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t>Gracias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t>Preguntas y comentarios</a:t>
            </a:r>
          </a:p>
          <a:p>
            <a:pPr algn="l">
              <a:spcAft>
                <a:spcPts val="800"/>
              </a:spcAft>
            </a:pPr>
            <a:r>
              <a:t>observatorioia@uccuyo.edu.ar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t>GEMEPH · eph-analyzer.streamlit.app/GEMEPH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