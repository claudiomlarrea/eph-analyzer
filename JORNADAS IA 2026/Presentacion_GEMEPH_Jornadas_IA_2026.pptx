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29"/>
    <p:restoredTop sz="94640"/>
  </p:normalViewPr>
  <p:slideViewPr>
    <p:cSldViewPr snapToGrid="0" snapToObjects="1">
      <p:cViewPr varScale="1">
        <p:scale>
          <a:sx n="102" d="100"/>
          <a:sy n="102" d="100"/>
        </p:scale>
        <p:origin x="21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1/6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GEMEPH</a:t>
            </a:r>
          </a:p>
          <a:p>
            <a:pPr algn="l">
              <a:spcAft>
                <a:spcPts val="800"/>
              </a:spcAft>
            </a:pPr>
            <a:r>
              <a:t>Gemelo digital sociodemográfico de la EPH-INDEC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t>Exclusión digital, vulnerabilidad y brechas territoriales en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t>C. Larrea Arnau¹ · J. La Malfa · J. Coria · S. Young · B. Arias · L. Pizarro</a:t>
            </a:r>
          </a:p>
          <a:p>
            <a:r>
              <a:t>Observatorio de Inteligencia Artificial — Universidad Católica de Cuyo</a:t>
            </a:r>
          </a:p>
          <a:p>
            <a:r>
              <a:t>observatorioia@uccuyo.edu.ar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¿Por qué un gemelo digital sobre la EPH?</a:t>
            </a:r>
          </a:p>
          <a:p>
            <a:pPr algn="l">
              <a:spcAft>
                <a:spcPts val="800"/>
              </a:spcAft>
            </a:pPr>
            <a:r>
              <a:t>• La Encuesta Permanente de Hogares (INDEC) es la fuente oficial para estudiar vida, empleo, educación y TIC en el aglomerado urbano argentino.</a:t>
            </a:r>
          </a:p>
          <a:p>
            <a:pPr algn="l">
              <a:spcAft>
                <a:spcPts val="800"/>
              </a:spcAft>
            </a:pPr>
            <a:r>
              <a:t>• Sin embargo, la EPH describe el presente: no permite explorar de forma sistemática qué ocurriría si mejoran conectividad, educación o formalidad laboral.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GEMEPH representa el dato oficial y lo expone a escenarios contrafactuales (what-if) con trazabilidad y reproducibilidad.</a:t>
            </a:r>
            <a:endParaRPr dirty="0">
              <a:solidFill>
                <a:schemeClr val="tx1"/>
              </a:solidFill>
            </a:endParaRPr>
          </a:p>
          <a:p>
            <a:r>
              <a:t>• Objetivo: apoyar investigación, docencia y decisión en el Observatorio de IA · UCCuyo, con evidencia comparable en 31 aglomerados.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¿Cómo funciona GEMEPH?</a:t>
            </a:r>
          </a:p>
          <a:p>
            <a:pPr algn="l">
              <a:spcAft>
                <a:spcPts val="800"/>
              </a:spcAft>
            </a:pPr>
            <a:r>
              <a:t>• Integración de microdatos EPH 2022–2024 (4.º trimestre, módulo TIC): 114.280 registros individuales, ponderados con PONDERA.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Cálculo de indicadores: exclusión digital, vulnerabilidad social, movilidad proxy, ocupación, educación e informalidad.</a:t>
            </a:r>
          </a:p>
          <a:p>
            <a:pPr algn="l">
              <a:spcAft>
                <a:spcPts val="800"/>
              </a:spcAft>
            </a:pPr>
            <a:r>
              <a:t>• Modelado en Python (pandas, scikit-learn): perfiles k-means y predicción de exclusión digital alta.</a:t>
            </a:r>
          </a:p>
          <a:p>
            <a:r>
              <a:t>• Simulación mediante tres palancas: internet en quintil I, educación superior completa y empleo formal.</a:t>
            </a:r>
          </a:p>
          <a:p>
            <a:r>
              <a:t>• Tres escenarios ficticios — E1 conectividad · E2 educación al 40% · E3 paquete integrado — sobre un mismo baseline oficial.</a:t>
            </a:r>
          </a:p>
          <a:p>
            <a:r>
              <a:t>• Plataforma pública: eph-analyzer.streamlit.app/GEMEPH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5778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Resultados del baseline oficial</a:t>
            </a:r>
          </a:p>
          <a:p>
            <a:pPr algn="l">
              <a:spcAft>
                <a:spcPts val="800"/>
              </a:spcAft>
            </a:pPr>
            <a:r>
              <a:t>• Exclusión digital: 0,62 — 54% en exclusión alta.</a:t>
            </a:r>
          </a:p>
          <a:p>
            <a:pPr algn="l">
              <a:spcAft>
                <a:spcPts val="800"/>
              </a:spcAft>
            </a:pPr>
            <a:r>
              <a:t>• Vulnerabilidad: 0,27 · Movilidad proxy: 0,48.</a:t>
            </a:r>
          </a:p>
          <a:p>
            <a:pPr algn="l">
              <a:spcAft>
                <a:spcPts val="800"/>
              </a:spcAft>
            </a:pPr>
            <a:r>
              <a:t>• Fuerte heterogeneidad entre los 31 aglomerados urbanos.</a:t>
            </a:r>
          </a:p>
          <a:p>
            <a:r>
              <a:t>• Ushuaia–Río Grande lidera el ranking; Gran Córdoba, el valor más bajo.</a:t>
            </a:r>
          </a:p>
          <a:p>
            <a:r>
              <a:t>• El gemelo actualiza estas brechas con cada onda del INDEC.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5778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Tres escenarios, tres lecciones</a:t>
            </a:r>
          </a:p>
          <a:p>
            <a:pPr algn="l">
              <a:spcAft>
                <a:spcPts val="800"/>
              </a:spcAft>
            </a:pPr>
            <a:r>
              <a:t>• E1 Conectividad: efecto marginal (quintil bajo ya al 94% de internet).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E2 Educación al 40%: mayor impacto en movilidad proxy (+0,04).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E3 Paquete integrado: efecto más equilibrado; exclusión predicha 5,84%.</a:t>
            </a:r>
          </a:p>
          <a:p>
            <a:r>
              <a:t>• Una sola palanca digital no basta: conviene combinar políticas.</a:t>
            </a:r>
          </a:p>
          <a:p>
            <a:r>
              <a:t>• El gemelo anticipa magnitudes de cambio sin reemplazar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26084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Preguntas y 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GEMEPH · eph-analyzer.streamlit.app/GEMEPH</a:t>
            </a:r>
          </a:p>
          <a:p>
            <a:r>
              <a:t>Observatorio de Inteligencia Artificial · UCCuyo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630</Words>
  <Application>Microsoft Macintosh PowerPoint</Application>
  <PresentationFormat>Panorámica</PresentationFormat>
  <Paragraphs>62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2</cp:revision>
  <dcterms:created xsi:type="dcterms:W3CDTF">2013-01-27T09:14:16Z</dcterms:created>
  <dcterms:modified xsi:type="dcterms:W3CDTF">2026-08-22T23:59:53Z</dcterms:modified>
  <cp:category/>
</cp:coreProperties>
</file>