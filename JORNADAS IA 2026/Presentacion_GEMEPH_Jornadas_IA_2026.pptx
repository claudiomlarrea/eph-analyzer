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31"/>
    <p:restoredTop sz="94640"/>
  </p:normalViewPr>
  <p:slideViewPr>
    <p:cSldViewPr snapToGrid="0" snapToObjects="1">
      <p:cViewPr varScale="1">
        <p:scale>
          <a:sx n="96" d="100"/>
          <a:sy n="96" d="100"/>
        </p:scale>
        <p:origin x="176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 dirty="0" err="1">
                <a:solidFill>
                  <a:srgbClr val="FFFFFF"/>
                </a:solidFill>
                <a:latin typeface="Calibri"/>
              </a:rPr>
              <a:t>Observatorio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de IA · 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UCCuyo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 ·  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Diapositiva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1/6  ·  https://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claudiomlarrea.github.io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/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observatorio-ia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/#jornadas-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ia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1. Portada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rPr dirty="0">
                <a:solidFill>
                  <a:schemeClr val="tx1"/>
                </a:solidFill>
              </a:rPr>
              <a:t>GEMEPH</a:t>
            </a:r>
          </a:p>
          <a:p>
            <a:pPr algn="l">
              <a:spcAft>
                <a:spcPts val="800"/>
              </a:spcAft>
            </a:pPr>
            <a:r>
              <a:rPr dirty="0">
                <a:solidFill>
                  <a:schemeClr val="tx1"/>
                </a:solidFill>
              </a:rPr>
              <a:t>Gemelo digital </a:t>
            </a:r>
            <a:r>
              <a:rPr dirty="0" err="1">
                <a:solidFill>
                  <a:schemeClr val="tx1"/>
                </a:solidFill>
              </a:rPr>
              <a:t>sociodemográfico</a:t>
            </a:r>
            <a:r>
              <a:rPr dirty="0">
                <a:solidFill>
                  <a:schemeClr val="tx1"/>
                </a:solidFill>
              </a:rPr>
              <a:t> de la EPH-INDEC</a:t>
            </a:r>
          </a:p>
          <a:p>
            <a:pPr algn="l">
              <a:spcAft>
                <a:spcPts val="800"/>
              </a:spcAft>
            </a:pP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r>
              <a:rPr dirty="0" err="1">
                <a:solidFill>
                  <a:schemeClr val="tx1"/>
                </a:solidFill>
              </a:rPr>
              <a:t>Exclusión</a:t>
            </a:r>
            <a:r>
              <a:rPr dirty="0">
                <a:solidFill>
                  <a:schemeClr val="tx1"/>
                </a:solidFill>
              </a:rPr>
              <a:t> digital, </a:t>
            </a:r>
            <a:r>
              <a:rPr dirty="0" err="1">
                <a:solidFill>
                  <a:schemeClr val="tx1"/>
                </a:solidFill>
              </a:rPr>
              <a:t>vulnerabilidad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brechas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territoriales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Argentina</a:t>
            </a:r>
          </a:p>
          <a:p>
            <a:pPr algn="l">
              <a:spcAft>
                <a:spcPts val="800"/>
              </a:spcAft>
            </a:pP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C. Larrea Arnau¹ · J. La Malfa · J. Coria · S. Young · B. Arias · L. Pizarro</a:t>
            </a:r>
          </a:p>
          <a:p>
            <a:r>
              <a:rPr dirty="0" err="1">
                <a:solidFill>
                  <a:schemeClr val="tx1"/>
                </a:solidFill>
              </a:rPr>
              <a:t>Observatorio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Inteligencia</a:t>
            </a:r>
            <a:r>
              <a:rPr dirty="0">
                <a:solidFill>
                  <a:schemeClr val="tx1"/>
                </a:solidFill>
              </a:rPr>
              <a:t> Artificial — Universidad Católica de Cuyo</a:t>
            </a:r>
          </a:p>
          <a:p>
            <a:r>
              <a:rPr dirty="0" err="1">
                <a:solidFill>
                  <a:schemeClr val="tx1"/>
                </a:solidFill>
              </a:rPr>
              <a:t>observatorioia@uccuyo.edu.ar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2/6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2. Objetivo / contexto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t>¿Para qué sirve un gemelo digital de la EPH?</a:t>
            </a:r>
          </a:p>
          <a:p>
            <a:pPr algn="l">
              <a:spcAft>
                <a:spcPts val="800"/>
              </a:spcAft>
            </a:pPr>
            <a:r>
              <a:t>• La EPH del INDEC nos dice cómo viven, trabajan y se conectan los hogares urbanos de Argentina.</a:t>
            </a:r>
          </a:p>
          <a:p>
            <a:pPr algn="l">
              <a:spcAft>
                <a:spcPts val="800"/>
              </a:spcAft>
            </a:pPr>
            <a:r>
              <a:t>• Pero solo muestra lo que ya ocurre: no responde qué pasaría si más gente tuviera internet, más educación o empleo formal.</a:t>
            </a:r>
          </a:p>
          <a:p>
            <a:pPr algn="l">
              <a:spcAft>
                <a:spcPts val="800"/>
              </a:spcAft>
            </a:pPr>
            <a:r>
              <a:t>• GEMEPH toma ese dato oficial y permite simular escenarios ("qué pasaría si…") de forma transparente y repetible.</a:t>
            </a:r>
          </a:p>
          <a:p>
            <a:r>
              <a:t>• Así, el Observatorio de IA de la UCCuyo puede investigar, enseñar y orientar decisiones con evidencia comparable en 31 ciudades.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3/6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3. Método o experiencia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t>¿Cómo funciona GEMEPH?</a:t>
            </a:r>
          </a:p>
          <a:p>
            <a:pPr algn="l">
              <a:spcAft>
                <a:spcPts val="800"/>
              </a:spcAft>
            </a:pPr>
            <a:r>
              <a:t>• Parte de microdatos oficiales de la EPH (2022–2024, 4.º trimestre, módulo TIC): 114.280 personas, con el peso estadístico del INDEC.</a:t>
            </a:r>
          </a:p>
          <a:p>
            <a:pPr algn="l">
              <a:spcAft>
                <a:spcPts val="800"/>
              </a:spcAft>
            </a:pPr>
            <a:r>
              <a:t>• Calcula indicadores fáciles de interpretar: exclusión digital, vulnerabilidad, movilidad social, empleo, educación e informalidad.</a:t>
            </a:r>
          </a:p>
          <a:p>
            <a:pPr algn="l">
              <a:spcAft>
                <a:spcPts val="800"/>
              </a:spcAft>
            </a:pPr>
            <a:r>
              <a:t>• Usa inteligencia artificial para agrupar perfiles y estimar quiénes tienen mayor riesgo de exclusión digital alta.</a:t>
            </a:r>
            <a:endParaRPr dirty="0">
              <a:solidFill>
                <a:schemeClr val="tx1"/>
              </a:solidFill>
            </a:endParaRPr>
          </a:p>
          <a:p>
            <a:r>
              <a:t>• Permite mover tres "palancas" de política: internet en hogares de menores ingresos, educación universitaria y empleo formal.</a:t>
            </a:r>
          </a:p>
          <a:p>
            <a:r>
              <a:t>• Compara tres escenarios ficticios (conectividad, educación e integrado) sobre el mismo punto de partida oficial.</a:t>
            </a:r>
          </a:p>
          <a:p>
            <a:r>
              <a:t>• Todo se consulta en una plataforma abierta: eph-analyzer.streamlit.app/GEMEPH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4/6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4. Resultados / hallazgos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55778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t>¿Qué muestran los datos oficiales?</a:t>
            </a: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r>
              <a:t>• Exclusión digital alta: índice 0,62 (casi 54 de cada 100 personas).</a:t>
            </a: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r>
              <a:t>• Vulnerabilidad social: 0,27. Movilidad social: 0,48.</a:t>
            </a:r>
          </a:p>
          <a:p>
            <a:pPr algn="l">
              <a:spcAft>
                <a:spcPts val="800"/>
              </a:spcAft>
            </a:pPr>
            <a:r>
              <a:t>• Las ciudades no parten iguales: hay brechas claras entre aglomerados.</a:t>
            </a:r>
          </a:p>
          <a:p>
            <a:r>
              <a:t>• Más exclusión: Ushuaia–Río Grande. Menos: Gran Córdoba.</a:t>
            </a:r>
          </a:p>
          <a:p>
            <a:r>
              <a:t>• GEMEPH actualiza estos resultados con cada nueva EPH del INDEC.</a:t>
            </a:r>
          </a:p>
        </p:txBody>
      </p:sp>
      <p:pic>
        <p:nvPicPr>
          <p:cNvPr id="11" name="Picture 10" descr="01_baseline_indicad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011680"/>
            <a:ext cx="5669280" cy="2149602"/>
          </a:xfrm>
          <a:prstGeom prst="rect">
            <a:avLst/>
          </a:prstGeom>
        </p:spPr>
      </p:pic>
      <p:pic>
        <p:nvPicPr>
          <p:cNvPr id="12" name="Picture 11" descr="02_brecha_territor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977639"/>
            <a:ext cx="5669280" cy="2125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5/6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5. Conclusiones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55778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t>¿Qué aprendemos de los tres escenarios?</a:t>
            </a: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r>
              <a:t>• E1 — Solo más internet: cambia poco, porque el quintil de menores ingresos ya tiene ~94% de conexión.</a:t>
            </a:r>
          </a:p>
          <a:p>
            <a:pPr algn="l">
              <a:spcAft>
                <a:spcPts val="800"/>
              </a:spcAft>
            </a:pPr>
            <a:r>
              <a:t>• E2 — Más educación superior (al 40%): mejora con más fuerza la movilidad social (+0,04).</a:t>
            </a:r>
          </a:p>
          <a:p>
            <a:pPr algn="l">
              <a:spcAft>
                <a:spcPts val="800"/>
              </a:spcAft>
            </a:pPr>
            <a:r>
              <a:t>• E3 — Combinar educación, empleo formal e internet: el resultado más equilibrado (exclusión predicha 5,84%).</a:t>
            </a:r>
          </a:p>
          <a:p>
            <a:r>
              <a:t>• Conclusión: una sola medida digital no alcanza; conviene combinar políticas.</a:t>
            </a:r>
          </a:p>
          <a:p>
            <a:r>
              <a:t>• GEMEPH anticipa magnitudes de cambio sin reemplazar al INDEC.</a:t>
            </a:r>
          </a:p>
        </p:txBody>
      </p:sp>
      <p:pic>
        <p:nvPicPr>
          <p:cNvPr id="11" name="Picture 10" descr="03_comparacion_e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103120"/>
            <a:ext cx="5669280" cy="30917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6/6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6. Cierre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rPr dirty="0">
                <a:solidFill>
                  <a:schemeClr val="tx1"/>
                </a:solidFill>
              </a:rPr>
              <a:t>Gracias</a:t>
            </a:r>
          </a:p>
          <a:p>
            <a:pPr algn="l">
              <a:spcAft>
                <a:spcPts val="800"/>
              </a:spcAft>
            </a:pP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r>
              <a:rPr dirty="0" err="1">
                <a:solidFill>
                  <a:schemeClr val="tx1"/>
                </a:solidFill>
              </a:rPr>
              <a:t>Preguntas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comentarios</a:t>
            </a: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r>
              <a:rPr dirty="0" err="1">
                <a:solidFill>
                  <a:schemeClr val="tx1"/>
                </a:solidFill>
              </a:rPr>
              <a:t>observatorioia@uccuyo.edu.ar</a:t>
            </a: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r>
              <a:rPr dirty="0">
                <a:solidFill>
                  <a:schemeClr val="tx1"/>
                </a:solidFill>
              </a:rPr>
              <a:t>GEMEPH · </a:t>
            </a:r>
            <a:r>
              <a:rPr dirty="0" err="1">
                <a:solidFill>
                  <a:schemeClr val="tx1"/>
                </a:solidFill>
              </a:rPr>
              <a:t>eph-analyzer.streamlit.app</a:t>
            </a:r>
            <a:r>
              <a:rPr dirty="0">
                <a:solidFill>
                  <a:schemeClr val="tx1"/>
                </a:solidFill>
              </a:rPr>
              <a:t>/GEMEPH</a:t>
            </a:r>
          </a:p>
          <a:p>
            <a:r>
              <a:rPr dirty="0" err="1">
                <a:solidFill>
                  <a:schemeClr val="tx1"/>
                </a:solidFill>
              </a:rPr>
              <a:t>Observatorio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Inteligencia</a:t>
            </a:r>
            <a:r>
              <a:rPr dirty="0">
                <a:solidFill>
                  <a:schemeClr val="tx1"/>
                </a:solidFill>
              </a:rPr>
              <a:t> Artificial · </a:t>
            </a:r>
            <a:r>
              <a:rPr dirty="0" err="1">
                <a:solidFill>
                  <a:schemeClr val="tx1"/>
                </a:solidFill>
              </a:rPr>
              <a:t>UCCuyo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753</Words>
  <Application>Microsoft Macintosh PowerPoint</Application>
  <PresentationFormat>Panorámica</PresentationFormat>
  <Paragraphs>69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Claudio Larrea</cp:lastModifiedBy>
  <cp:revision>3</cp:revision>
  <dcterms:created xsi:type="dcterms:W3CDTF">2013-01-27T09:14:16Z</dcterms:created>
  <dcterms:modified xsi:type="dcterms:W3CDTF">2026-08-23T00:10:19Z</dcterms:modified>
  <cp:category/>
</cp:coreProperties>
</file>