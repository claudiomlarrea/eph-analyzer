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0"/>
  </p:normalViewPr>
  <p:slideViewPr>
    <p:cSldViewPr snapToGrid="0" snapToObjects="1">
      <p:cViewPr varScale="1">
        <p:scale>
          <a:sx n="96" d="100"/>
          <a:sy n="96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IA ·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UCCuyo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Diapositiva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1/6  ·  https://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claudiomlarrea.github.io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observatorio-ia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/#jornadas-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ia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Gemelo digital </a:t>
            </a:r>
            <a:r>
              <a:rPr dirty="0" err="1">
                <a:solidFill>
                  <a:schemeClr val="tx1"/>
                </a:solidFill>
              </a:rPr>
              <a:t>sociodemográfico</a:t>
            </a:r>
            <a:r>
              <a:rPr dirty="0">
                <a:solidFill>
                  <a:schemeClr val="tx1"/>
                </a:solidFill>
              </a:rPr>
              <a:t> de la EPH-INDEC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territoriales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C. Larrea Arnau¹ · J. La Malfa · J. Coria · S. Young · B. Arias · L. Pizarro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— Universidad Católica de Cuyo</a:t>
            </a:r>
          </a:p>
          <a:p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¿Para qué sirve un gemelo digital de la EPH?</a:t>
            </a:r>
          </a:p>
          <a:p>
            <a:pPr algn="l">
              <a:spcAft>
                <a:spcPts val="800"/>
              </a:spcAft>
            </a:pPr>
            <a:r>
              <a:t>• La EPH del INDEC nos dice cómo viven, trabajan y se conectan los hogares urbanos de Argentina.</a:t>
            </a:r>
          </a:p>
          <a:p>
            <a:pPr algn="l">
              <a:spcAft>
                <a:spcPts val="800"/>
              </a:spcAft>
            </a:pPr>
            <a:r>
              <a:t>• Pero solo muestra lo que ya ocurre: no responde qué pasaría si más gente tuviera internet, más educación o empleo formal.</a:t>
            </a:r>
          </a:p>
          <a:p>
            <a:pPr algn="l">
              <a:spcAft>
                <a:spcPts val="800"/>
              </a:spcAft>
            </a:pPr>
            <a:r>
              <a:t>• GEMEPH toma ese dato oficial y permite simular escenarios ("qué pasaría si…") de forma transparente y repetible.</a:t>
            </a:r>
          </a:p>
          <a:p>
            <a:r>
              <a:t>• Así, el Observatorio de IA de la UCCuyo puede investigar, enseñar y orientar decisiones con evidencia comparable en 31 ciudades.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30352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¿Cómo se hizo?</a:t>
            </a:r>
          </a:p>
          <a:p>
            <a:pPr algn="l">
              <a:spcAft>
                <a:spcPts val="800"/>
              </a:spcAft>
            </a:pPr>
            <a:r>
              <a:t>• Se integran microdatos oficiales de la EPH-INDEC (hogar + individuo + módulo TIC) y se construye el estado del gemelo para Argentina y 31 aglomerados.</a:t>
            </a:r>
          </a:p>
          <a:p>
            <a:pPr algn="l">
              <a:spcAft>
                <a:spcPts val="800"/>
              </a:spcAft>
            </a:pPr>
            <a:r>
              <a:t>• Se calculan indicadores ponderados: ocupación, educación, exclusión digital, vulnerabilidad y brechas.</a:t>
            </a:r>
          </a:p>
          <a:p>
            <a:pPr algn="l">
              <a:spcAft>
                <a:spcPts val="800"/>
              </a:spcAft>
            </a:pPr>
            <a:r>
              <a:t>• En la plataforma se consulta el baseline, se comparan ciudades y se simulan escenarios what-if (conectividad, educación y empleo formal).</a:t>
            </a:r>
            <a:endParaRPr dirty="0">
              <a:solidFill>
                <a:schemeClr val="tx1"/>
              </a:solidFill>
            </a:endParaRPr>
          </a:p>
          <a:p>
            <a:r>
              <a:t>• Resultado: una herramienta abierta del Observatorio de IA para investigación, docencia y decisión.</a:t>
            </a:r>
          </a:p>
        </p:txBody>
      </p:sp>
      <p:pic>
        <p:nvPicPr>
          <p:cNvPr id="11" name="Picture 10" descr="gemeph_sist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965960"/>
            <a:ext cx="57607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5778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¿Qué muestran los datos oficiales?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Exclusión digital alta: índice 0,62 (casi 54 de cada 100 personas).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Vulnerabilidad social: 0,27. Movilidad social: 0,48.</a:t>
            </a:r>
          </a:p>
          <a:p>
            <a:pPr algn="l">
              <a:spcAft>
                <a:spcPts val="800"/>
              </a:spcAft>
            </a:pPr>
            <a:r>
              <a:t>• Las ciudades no parten iguales: hay brechas claras entre aglomerados.</a:t>
            </a:r>
          </a:p>
          <a:p>
            <a:r>
              <a:t>• Más exclusión: Ushuaia–Río Grande. Menos: Gran Córdoba.</a:t>
            </a:r>
          </a:p>
          <a:p>
            <a:r>
              <a:t>• GEMEPH actualiza estos resultados con cada nueva EPH del INDEC.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5778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¿Qué aprendemos de los tres escenarios?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E1 — Solo más internet: cambia poco, porque el quintil de menores ingresos ya tiene ~94% de conexión.</a:t>
            </a:r>
          </a:p>
          <a:p>
            <a:pPr algn="l">
              <a:spcAft>
                <a:spcPts val="800"/>
              </a:spcAft>
            </a:pPr>
            <a:r>
              <a:t>• E2 — Más educación superior (al 40%): mejora con más fuerza la movilidad social (+0,04).</a:t>
            </a:r>
          </a:p>
          <a:p>
            <a:pPr algn="l">
              <a:spcAft>
                <a:spcPts val="800"/>
              </a:spcAft>
            </a:pPr>
            <a:r>
              <a:t>• E3 — Combinar educación, empleo formal e internet: el resultado más equilibrado (exclusión predicha 5,84%).</a:t>
            </a:r>
          </a:p>
          <a:p>
            <a:r>
              <a:t>• Conclusión: una sola medida digital no alcanza; conviene combinar políticas.</a:t>
            </a:r>
          </a:p>
          <a:p>
            <a:r>
              <a:t>• GEMEPH anticipa magnitudes de cambio sin reemplazar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309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Preguntas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 ·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· </a:t>
            </a:r>
            <a:r>
              <a:rPr dirty="0" err="1">
                <a:solidFill>
                  <a:schemeClr val="tx1"/>
                </a:solidFill>
              </a:rPr>
              <a:t>UCCuyo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753</Words>
  <Application>Microsoft Macintosh PowerPoint</Application>
  <PresentationFormat>Panorámica</PresentationFormat>
  <Paragraphs>69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3</cp:revision>
  <dcterms:created xsi:type="dcterms:W3CDTF">2013-01-27T09:14:16Z</dcterms:created>
  <dcterms:modified xsi:type="dcterms:W3CDTF">2026-08-23T00:10:19Z</dcterms:modified>
  <cp:category/>
</cp:coreProperties>
</file>